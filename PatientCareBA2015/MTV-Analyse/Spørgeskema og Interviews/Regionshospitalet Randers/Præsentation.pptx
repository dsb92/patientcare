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088853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10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681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576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959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Patient kald: patienten bestiller service (App) - Laves I Xamarin for at understøtte de 3 mobile platforme. 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Håndter patient kald (Service interface): Mellemled mellem app og COLUMNA - Har de I forvejen?</a:t>
            </a:r>
          </a:p>
          <a:p>
            <a:pPr rtl="0">
              <a:spcBef>
                <a:spcPts val="0"/>
              </a:spcBef>
              <a:buNone/>
            </a:pPr>
            <a:r>
              <a:rPr lang="en"/>
              <a:t>Mine aktiviteter: “Gerda skal det og det idag…)” - Noget historik muligvis over hvilke opgaver man har sendt og hvor lang tid der er gået siden de blev sendt?</a:t>
            </a:r>
          </a:p>
          <a:p>
            <a:pPr>
              <a:spcBef>
                <a:spcPts val="0"/>
              </a:spcBef>
              <a:buNone/>
            </a:pPr>
            <a:r>
              <a:rPr lang="en"/>
              <a:t>Administrér: Konfigurationsapplikation (tablet) - Tilpasning af Patient kalde app’en til de forskellige afdelinger. </a:t>
            </a:r>
          </a:p>
        </p:txBody>
      </p:sp>
    </p:spTree>
    <p:extLst>
      <p:ext uri="{BB962C8B-B14F-4D97-AF65-F5344CB8AC3E}">
        <p14:creationId xmlns:p14="http://schemas.microsoft.com/office/powerpoint/2010/main" val="3539855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9478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0799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1107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6744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" name="Shape 1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77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1200150"/>
            <a:ext cx="9144000" cy="2743199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10" name="Shape 10"/>
          <p:cNvGrpSpPr/>
          <p:nvPr/>
        </p:nvGrpSpPr>
        <p:grpSpPr>
          <a:xfrm>
            <a:off x="0" y="-1078"/>
            <a:ext cx="1827407" cy="5144627"/>
            <a:chOff x="0" y="-1438"/>
            <a:chExt cx="798029" cy="6859503"/>
          </a:xfrm>
        </p:grpSpPr>
        <p:sp>
          <p:nvSpPr>
            <p:cNvPr id="11" name="Shape 11"/>
            <p:cNvSpPr/>
            <p:nvPr/>
          </p:nvSpPr>
          <p:spPr>
            <a:xfrm>
              <a:off x="0" y="-1438"/>
              <a:ext cx="798029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0" y="0"/>
              <a:ext cx="399014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3" name="Shape 13"/>
          <p:cNvGrpSpPr/>
          <p:nvPr/>
        </p:nvGrpSpPr>
        <p:grpSpPr>
          <a:xfrm flipH="1">
            <a:off x="7316591" y="0"/>
            <a:ext cx="1827407" cy="5144627"/>
            <a:chOff x="0" y="-1438"/>
            <a:chExt cx="798029" cy="6859503"/>
          </a:xfrm>
        </p:grpSpPr>
        <p:sp>
          <p:nvSpPr>
            <p:cNvPr id="14" name="Shape 14"/>
            <p:cNvSpPr/>
            <p:nvPr/>
          </p:nvSpPr>
          <p:spPr>
            <a:xfrm>
              <a:off x="0" y="-1438"/>
              <a:ext cx="798029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0" y="0"/>
              <a:ext cx="399014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1568184"/>
            <a:ext cx="7772400" cy="12380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4800"/>
            </a:lvl1pPr>
            <a:lvl2pPr algn="ctr">
              <a:spcBef>
                <a:spcPts val="0"/>
              </a:spcBef>
              <a:buSzPct val="100000"/>
              <a:defRPr sz="4800"/>
            </a:lvl2pPr>
            <a:lvl3pPr algn="ctr">
              <a:spcBef>
                <a:spcPts val="0"/>
              </a:spcBef>
              <a:buSzPct val="100000"/>
              <a:defRPr sz="4800"/>
            </a:lvl3pPr>
            <a:lvl4pPr algn="ctr">
              <a:spcBef>
                <a:spcPts val="0"/>
              </a:spcBef>
              <a:buSzPct val="100000"/>
              <a:defRPr sz="4800"/>
            </a:lvl4pPr>
            <a:lvl5pPr algn="ctr">
              <a:spcBef>
                <a:spcPts val="0"/>
              </a:spcBef>
              <a:buSzPct val="100000"/>
              <a:defRPr sz="4800"/>
            </a:lvl5pPr>
            <a:lvl6pPr algn="ctr">
              <a:spcBef>
                <a:spcPts val="0"/>
              </a:spcBef>
              <a:buSzPct val="100000"/>
              <a:defRPr sz="4800"/>
            </a:lvl6pPr>
            <a:lvl7pPr algn="ctr">
              <a:spcBef>
                <a:spcPts val="0"/>
              </a:spcBef>
              <a:buSzPct val="100000"/>
              <a:defRPr sz="4800"/>
            </a:lvl7pPr>
            <a:lvl8pPr algn="ctr">
              <a:spcBef>
                <a:spcPts val="0"/>
              </a:spcBef>
              <a:buSzPct val="100000"/>
              <a:defRPr sz="4800"/>
            </a:lvl8pPr>
            <a:lvl9pPr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685800" y="2914650"/>
            <a:ext cx="7772400" cy="658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1pPr>
            <a:lvl2pPr algn="ctr">
              <a:spcBef>
                <a:spcPts val="0"/>
              </a:spcBef>
              <a:buClr>
                <a:schemeClr val="lt2"/>
              </a:buClr>
              <a:buNone/>
              <a:defRPr>
                <a:solidFill>
                  <a:schemeClr val="lt2"/>
                </a:solidFill>
              </a:defRPr>
            </a:lvl2pPr>
            <a:lvl3pPr algn="ctr">
              <a:spcBef>
                <a:spcPts val="0"/>
              </a:spcBef>
              <a:buClr>
                <a:schemeClr val="lt2"/>
              </a:buClr>
              <a:buNone/>
              <a:defRPr>
                <a:solidFill>
                  <a:schemeClr val="lt2"/>
                </a:solidFill>
              </a:defRPr>
            </a:lvl3pPr>
            <a:lvl4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4pPr>
            <a:lvl5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5pPr>
            <a:lvl6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6pPr>
            <a:lvl7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7pPr>
            <a:lvl8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8pPr>
            <a:lvl9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24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-1078"/>
            <a:ext cx="9144000" cy="11441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21" name="Shape 21"/>
          <p:cNvGrpSpPr/>
          <p:nvPr/>
        </p:nvGrpSpPr>
        <p:grpSpPr>
          <a:xfrm>
            <a:off x="0" y="-1078"/>
            <a:ext cx="649180" cy="5144627"/>
            <a:chOff x="0" y="-1438"/>
            <a:chExt cx="649180" cy="6859503"/>
          </a:xfrm>
        </p:grpSpPr>
        <p:sp>
          <p:nvSpPr>
            <p:cNvPr id="22" name="Shape 22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4" name="Shape 24"/>
          <p:cNvGrpSpPr/>
          <p:nvPr/>
        </p:nvGrpSpPr>
        <p:grpSpPr>
          <a:xfrm flipH="1">
            <a:off x="8494493" y="0"/>
            <a:ext cx="649180" cy="5144627"/>
            <a:chOff x="0" y="-1438"/>
            <a:chExt cx="649180" cy="6859503"/>
          </a:xfrm>
        </p:grpSpPr>
        <p:sp>
          <p:nvSpPr>
            <p:cNvPr id="25" name="Shape 25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27" name="Shape 27"/>
          <p:cNvSpPr/>
          <p:nvPr/>
        </p:nvSpPr>
        <p:spPr>
          <a:xfrm>
            <a:off x="0" y="4743450"/>
            <a:ext cx="9144000" cy="4010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-1078"/>
            <a:ext cx="9144000" cy="11441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33" name="Shape 33"/>
          <p:cNvGrpSpPr/>
          <p:nvPr/>
        </p:nvGrpSpPr>
        <p:grpSpPr>
          <a:xfrm>
            <a:off x="0" y="-1078"/>
            <a:ext cx="649180" cy="5144627"/>
            <a:chOff x="0" y="-1438"/>
            <a:chExt cx="649180" cy="6859503"/>
          </a:xfrm>
        </p:grpSpPr>
        <p:sp>
          <p:nvSpPr>
            <p:cNvPr id="34" name="Shape 34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6" name="Shape 36"/>
          <p:cNvGrpSpPr/>
          <p:nvPr/>
        </p:nvGrpSpPr>
        <p:grpSpPr>
          <a:xfrm flipH="1">
            <a:off x="8494493" y="0"/>
            <a:ext cx="649180" cy="5144627"/>
            <a:chOff x="0" y="-1438"/>
            <a:chExt cx="649180" cy="6859503"/>
          </a:xfrm>
        </p:grpSpPr>
        <p:sp>
          <p:nvSpPr>
            <p:cNvPr id="37" name="Shape 37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6378">
                <a:alpha val="9803"/>
              </a:srgb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9" name="Shape 39"/>
          <p:cNvSpPr/>
          <p:nvPr/>
        </p:nvSpPr>
        <p:spPr>
          <a:xfrm>
            <a:off x="0" y="4743450"/>
            <a:ext cx="9144000" cy="4010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00" cy="37256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/>
        </p:nvSpPr>
        <p:spPr>
          <a:xfrm>
            <a:off x="0" y="-1078"/>
            <a:ext cx="9144000" cy="11441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46" name="Shape 46"/>
          <p:cNvGrpSpPr/>
          <p:nvPr/>
        </p:nvGrpSpPr>
        <p:grpSpPr>
          <a:xfrm>
            <a:off x="0" y="-1078"/>
            <a:ext cx="649180" cy="5144627"/>
            <a:chOff x="0" y="-1438"/>
            <a:chExt cx="649180" cy="6859503"/>
          </a:xfrm>
        </p:grpSpPr>
        <p:sp>
          <p:nvSpPr>
            <p:cNvPr id="47" name="Shape 47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9" name="Shape 49"/>
          <p:cNvGrpSpPr/>
          <p:nvPr/>
        </p:nvGrpSpPr>
        <p:grpSpPr>
          <a:xfrm flipH="1">
            <a:off x="8494493" y="0"/>
            <a:ext cx="649180" cy="5144627"/>
            <a:chOff x="0" y="-1438"/>
            <a:chExt cx="649180" cy="6859503"/>
          </a:xfrm>
        </p:grpSpPr>
        <p:sp>
          <p:nvSpPr>
            <p:cNvPr id="50" name="Shape 50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52" name="Shape 52"/>
          <p:cNvSpPr/>
          <p:nvPr/>
        </p:nvSpPr>
        <p:spPr>
          <a:xfrm>
            <a:off x="0" y="4743450"/>
            <a:ext cx="9144000" cy="4010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/>
        </p:nvSpPr>
        <p:spPr>
          <a:xfrm>
            <a:off x="0" y="-1078"/>
            <a:ext cx="9144000" cy="11441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57" name="Shape 57"/>
          <p:cNvGrpSpPr/>
          <p:nvPr/>
        </p:nvGrpSpPr>
        <p:grpSpPr>
          <a:xfrm>
            <a:off x="0" y="-1078"/>
            <a:ext cx="649180" cy="5144627"/>
            <a:chOff x="0" y="-1438"/>
            <a:chExt cx="649180" cy="6859503"/>
          </a:xfrm>
        </p:grpSpPr>
        <p:sp>
          <p:nvSpPr>
            <p:cNvPr id="58" name="Shape 58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60" name="Shape 60"/>
          <p:cNvGrpSpPr/>
          <p:nvPr/>
        </p:nvGrpSpPr>
        <p:grpSpPr>
          <a:xfrm flipH="1">
            <a:off x="8494493" y="0"/>
            <a:ext cx="649180" cy="5144627"/>
            <a:chOff x="0" y="-1438"/>
            <a:chExt cx="649180" cy="6859503"/>
          </a:xfrm>
        </p:grpSpPr>
        <p:sp>
          <p:nvSpPr>
            <p:cNvPr id="61" name="Shape 61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" name="Shape 62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3" name="Shape 63"/>
          <p:cNvSpPr/>
          <p:nvPr/>
        </p:nvSpPr>
        <p:spPr>
          <a:xfrm>
            <a:off x="0" y="4743450"/>
            <a:ext cx="9144000" cy="4010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spcBef>
                <a:spcPts val="0"/>
              </a:spcBef>
              <a:buClr>
                <a:schemeClr val="lt2"/>
              </a:buClr>
              <a:buSzPct val="100000"/>
              <a:buNone/>
              <a:defRPr sz="1800">
                <a:solidFill>
                  <a:schemeClr val="lt2"/>
                </a:solidFill>
              </a:defRPr>
            </a:lvl1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/>
        </p:nvSpPr>
        <p:spPr>
          <a:xfrm>
            <a:off x="0" y="-1078"/>
            <a:ext cx="9144000" cy="1144199"/>
          </a:xfrm>
          <a:prstGeom prst="rect">
            <a:avLst/>
          </a:prstGeom>
          <a:solidFill>
            <a:schemeClr val="dk2">
              <a:alpha val="20000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68" name="Shape 68"/>
          <p:cNvGrpSpPr/>
          <p:nvPr/>
        </p:nvGrpSpPr>
        <p:grpSpPr>
          <a:xfrm>
            <a:off x="0" y="-1078"/>
            <a:ext cx="649180" cy="5144627"/>
            <a:chOff x="0" y="-1438"/>
            <a:chExt cx="649180" cy="6859503"/>
          </a:xfrm>
        </p:grpSpPr>
        <p:sp>
          <p:nvSpPr>
            <p:cNvPr id="69" name="Shape 69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" name="Shape 70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71" name="Shape 71"/>
          <p:cNvGrpSpPr/>
          <p:nvPr/>
        </p:nvGrpSpPr>
        <p:grpSpPr>
          <a:xfrm flipH="1">
            <a:off x="8494493" y="0"/>
            <a:ext cx="649180" cy="5144627"/>
            <a:chOff x="0" y="-1438"/>
            <a:chExt cx="649180" cy="6859503"/>
          </a:xfrm>
        </p:grpSpPr>
        <p:sp>
          <p:nvSpPr>
            <p:cNvPr id="72" name="Shape 72"/>
            <p:cNvSpPr/>
            <p:nvPr/>
          </p:nvSpPr>
          <p:spPr>
            <a:xfrm>
              <a:off x="0" y="-1438"/>
              <a:ext cx="649180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>
              <a:off x="0" y="0"/>
              <a:ext cx="500331" cy="6858065"/>
            </a:xfrm>
            <a:custGeom>
              <a:avLst/>
              <a:gdLst/>
              <a:ahLst/>
              <a:cxnLst/>
              <a:rect l="0" t="0" r="0" b="0"/>
              <a:pathLst>
                <a:path w="500332" h="6875253" extrusionOk="0">
                  <a:moveTo>
                    <a:pt x="0" y="0"/>
                  </a:moveTo>
                  <a:lnTo>
                    <a:pt x="500332" y="0"/>
                  </a:lnTo>
                  <a:lnTo>
                    <a:pt x="301925" y="6875253"/>
                  </a:lnTo>
                  <a:lnTo>
                    <a:pt x="0" y="6875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>
                <a:alpha val="9803"/>
              </a:schemeClr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74" name="Shape 74"/>
          <p:cNvSpPr/>
          <p:nvPr/>
        </p:nvSpPr>
        <p:spPr>
          <a:xfrm>
            <a:off x="0" y="4743450"/>
            <a:ext cx="9144000" cy="401099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>
              <a:spcBef>
                <a:spcPts val="0"/>
              </a:spcBef>
              <a:buClr>
                <a:schemeClr val="lt2"/>
              </a:buClr>
              <a:buSzPct val="100000"/>
              <a:buFont typeface="Trebuchet MS"/>
              <a:buNone/>
              <a:defRPr sz="3600" b="1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600"/>
              </a:spcBef>
              <a:buClr>
                <a:schemeClr val="lt1"/>
              </a:buClr>
              <a:buSzPct val="100000"/>
              <a:buFont typeface="Trebuchet MS"/>
              <a:defRPr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spcBef>
                <a:spcPts val="480"/>
              </a:spcBef>
              <a:buClr>
                <a:schemeClr val="lt1"/>
              </a:buClr>
              <a:buSzPct val="100000"/>
              <a:buFont typeface="Trebuchet MS"/>
              <a:defRPr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spcBef>
                <a:spcPts val="480"/>
              </a:spcBef>
              <a:buClr>
                <a:schemeClr val="lt1"/>
              </a:buClr>
              <a:buSzPct val="100000"/>
              <a:buFont typeface="Trebuchet MS"/>
              <a:defRPr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>
              <a:spcBef>
                <a:spcPts val="360"/>
              </a:spcBef>
              <a:buClr>
                <a:schemeClr val="lt1"/>
              </a:buClr>
              <a:buSzPct val="100000"/>
              <a:buFont typeface="Trebuchet MS"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8556791" y="4749850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>
              <a:spcBef>
                <a:spcPts val="0"/>
              </a:spcBef>
              <a:buNone/>
            </a:pPr>
            <a:fld id="{00000000-1234-1234-1234-123412341234}" type="slidenum">
              <a:rPr lang="en" sz="13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lang="en" sz="13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ctrTitle"/>
          </p:nvPr>
        </p:nvSpPr>
        <p:spPr>
          <a:xfrm>
            <a:off x="685800" y="1568184"/>
            <a:ext cx="7772400" cy="12380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PatientCare</a:t>
            </a:r>
          </a:p>
        </p:txBody>
      </p:sp>
      <p:sp>
        <p:nvSpPr>
          <p:cNvPr id="78" name="Shape 78"/>
          <p:cNvSpPr txBox="1">
            <a:spLocks noGrp="1"/>
          </p:cNvSpPr>
          <p:nvPr>
            <p:ph type="subTitle" idx="1"/>
          </p:nvPr>
        </p:nvSpPr>
        <p:spPr>
          <a:xfrm>
            <a:off x="685800" y="2914650"/>
            <a:ext cx="7772400" cy="658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/>
              <a:t>Bachelorprojekt Ingeniørhøjskolen Aarhus Universitet</a:t>
            </a:r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Agenda</a:t>
            </a:r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 dirty="0"/>
              <a:t>Præsentation af </a:t>
            </a:r>
            <a:r>
              <a:rPr lang="en" dirty="0" smtClean="0"/>
              <a:t>alle</a:t>
            </a:r>
            <a:endParaRPr lang="en" dirty="0"/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Spørgsmål til besvarelse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Præsentation af projektet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Spørgsmål </a:t>
            </a:r>
            <a:r>
              <a:rPr lang="en" dirty="0" smtClean="0"/>
              <a:t>omkring projektet</a:t>
            </a:r>
            <a:endParaRPr lang="en" dirty="0"/>
          </a:p>
          <a:p>
            <a:pPr marL="457200" lvl="0" indent="-228600" rtl="0">
              <a:spcBef>
                <a:spcPts val="0"/>
              </a:spcBef>
            </a:pPr>
            <a:r>
              <a:rPr lang="en" dirty="0"/>
              <a:t>Andet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685800" y="1568184"/>
            <a:ext cx="7772400" cy="12380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Spørgsmål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>
            <a:spLocks noGrp="1"/>
          </p:cNvSpPr>
          <p:nvPr>
            <p:ph type="ctrTitle"/>
          </p:nvPr>
        </p:nvSpPr>
        <p:spPr>
          <a:xfrm>
            <a:off x="685800" y="1568184"/>
            <a:ext cx="7772400" cy="12380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Præsentation af projektet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Patientkald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Patientkald fra patient til personale </a:t>
            </a:r>
          </a:p>
        </p:txBody>
      </p:sp>
      <p:pic>
        <p:nvPicPr>
          <p:cNvPr id="101" name="Shape 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12" y="1995487"/>
            <a:ext cx="429577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Ideen med en app</a:t>
            </a:r>
          </a:p>
        </p:txBody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</a:pPr>
            <a:r>
              <a:rPr lang="en"/>
              <a:t>Knyt årsag til kald af personale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Supplement til nødsnoren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Spare personalet skridt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Give overblik og fordele opgaver</a:t>
            </a:r>
          </a:p>
          <a:p>
            <a:pPr marL="457200" lvl="0" indent="-228600" rtl="0">
              <a:spcBef>
                <a:spcPts val="0"/>
              </a:spcBef>
            </a:pPr>
            <a:r>
              <a:rPr lang="en"/>
              <a:t>Tilbud til patienter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229600" cy="679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Patient</a:t>
            </a:r>
          </a:p>
        </p:txBody>
      </p:sp>
      <p:pic>
        <p:nvPicPr>
          <p:cNvPr id="113" name="Shape 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600" y="850900"/>
            <a:ext cx="2185125" cy="42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Shape 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9550" y="850900"/>
            <a:ext cx="2185125" cy="425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Shape 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5625" y="850900"/>
            <a:ext cx="2185125" cy="4256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8229600" cy="679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Plejepersonale</a:t>
            </a:r>
          </a:p>
        </p:txBody>
      </p:sp>
      <p:pic>
        <p:nvPicPr>
          <p:cNvPr id="121" name="Shape 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200" y="863974"/>
            <a:ext cx="2182675" cy="425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Shape 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50" y="863975"/>
            <a:ext cx="2182675" cy="425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Shape 1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1424" y="863975"/>
            <a:ext cx="2182675" cy="42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ctrTitle"/>
          </p:nvPr>
        </p:nvSpPr>
        <p:spPr>
          <a:xfrm>
            <a:off x="685800" y="1568184"/>
            <a:ext cx="7772400" cy="12380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Spørgsmål efter præsentation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/>
              <a:t>Kontakt</a:t>
            </a:r>
          </a:p>
        </p:txBody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en" sz="2400" b="1">
                <a:solidFill>
                  <a:schemeClr val="lt2"/>
                </a:solidFill>
              </a:rPr>
              <a:t>IKT-ingeniørstuderende:</a:t>
            </a:r>
          </a:p>
          <a:p>
            <a:pPr rtl="0">
              <a:spcBef>
                <a:spcPts val="0"/>
              </a:spcBef>
              <a:buNone/>
            </a:pPr>
            <a:r>
              <a:rPr lang="en" sz="2400">
                <a:solidFill>
                  <a:schemeClr val="lt2"/>
                </a:solidFill>
              </a:rPr>
              <a:t>Anders Junker Lassen</a:t>
            </a:r>
          </a:p>
          <a:p>
            <a:pPr rtl="0">
              <a:spcBef>
                <a:spcPts val="0"/>
              </a:spcBef>
              <a:buNone/>
            </a:pPr>
            <a:r>
              <a:rPr lang="en" sz="2400">
                <a:solidFill>
                  <a:schemeClr val="lt2"/>
                </a:solidFill>
              </a:rPr>
              <a:t>David Buhauer</a:t>
            </a:r>
          </a:p>
          <a:p>
            <a:pPr rtl="0">
              <a:spcBef>
                <a:spcPts val="0"/>
              </a:spcBef>
              <a:buNone/>
            </a:pPr>
            <a:r>
              <a:rPr lang="en" sz="2400" b="1">
                <a:solidFill>
                  <a:schemeClr val="lt2"/>
                </a:solidFill>
              </a:rPr>
              <a:t>Sundhedsteknologistuderende:</a:t>
            </a:r>
          </a:p>
          <a:p>
            <a:pPr rtl="0">
              <a:spcBef>
                <a:spcPts val="0"/>
              </a:spcBef>
              <a:buNone/>
            </a:pPr>
            <a:r>
              <a:rPr lang="en" sz="2400">
                <a:solidFill>
                  <a:schemeClr val="lt2"/>
                </a:solidFill>
              </a:rPr>
              <a:t>Camilla Marsi Jensen</a:t>
            </a:r>
          </a:p>
          <a:p>
            <a:pPr rtl="0">
              <a:spcBef>
                <a:spcPts val="0"/>
              </a:spcBef>
              <a:buNone/>
            </a:pPr>
            <a:r>
              <a:rPr lang="en" sz="2400">
                <a:solidFill>
                  <a:schemeClr val="lt2"/>
                </a:solidFill>
              </a:rPr>
              <a:t>Minna Thomsen</a:t>
            </a:r>
          </a:p>
          <a:p>
            <a:pPr rtl="0">
              <a:spcBef>
                <a:spcPts val="0"/>
              </a:spcBef>
              <a:buNone/>
            </a:pPr>
            <a:r>
              <a:rPr lang="en" sz="2400" b="1">
                <a:solidFill>
                  <a:schemeClr val="lt2"/>
                </a:solidFill>
              </a:rPr>
              <a:t>Fælles mail:</a:t>
            </a:r>
          </a:p>
          <a:p>
            <a:pPr>
              <a:spcBef>
                <a:spcPts val="0"/>
              </a:spcBef>
              <a:buNone/>
            </a:pPr>
            <a:r>
              <a:rPr lang="en" sz="2400">
                <a:solidFill>
                  <a:schemeClr val="lt2"/>
                </a:solidFill>
              </a:rPr>
              <a:t>acdmiha@gmail.com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otlight">
  <a:themeElements>
    <a:clrScheme name="Custom 439">
      <a:dk1>
        <a:srgbClr val="000000"/>
      </a:dk1>
      <a:lt1>
        <a:srgbClr val="FFFFFF"/>
      </a:lt1>
      <a:dk2>
        <a:srgbClr val="5C6E95"/>
      </a:dk2>
      <a:lt2>
        <a:srgbClr val="ACB4C2"/>
      </a:lt2>
      <a:accent1>
        <a:srgbClr val="667E50"/>
      </a:accent1>
      <a:accent2>
        <a:srgbClr val="CFBF73"/>
      </a:accent2>
      <a:accent3>
        <a:srgbClr val="8C7C82"/>
      </a:accent3>
      <a:accent4>
        <a:srgbClr val="9ABF87"/>
      </a:accent4>
      <a:accent5>
        <a:srgbClr val="CF9462"/>
      </a:accent5>
      <a:accent6>
        <a:srgbClr val="A25642"/>
      </a:accent6>
      <a:hlink>
        <a:srgbClr val="5173A5"/>
      </a:hlink>
      <a:folHlink>
        <a:srgbClr val="6872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166</Words>
  <Application>Microsoft Office PowerPoint</Application>
  <PresentationFormat>On-screen Show (16:9)</PresentationFormat>
  <Paragraphs>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spotlight</vt:lpstr>
      <vt:lpstr>PatientCare</vt:lpstr>
      <vt:lpstr>Agenda</vt:lpstr>
      <vt:lpstr>Spørgsmål</vt:lpstr>
      <vt:lpstr>Præsentation af projektet</vt:lpstr>
      <vt:lpstr>Patientkald</vt:lpstr>
      <vt:lpstr>Ideen med en app</vt:lpstr>
      <vt:lpstr>Patient</vt:lpstr>
      <vt:lpstr>Plejepersonale</vt:lpstr>
      <vt:lpstr>Spørgsmål efter præsentation</vt:lpstr>
      <vt:lpstr>Kontakt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PatientCare</dc:title>
  <cp:lastModifiedBy>Camilla Marsi Jensen</cp:lastModifiedBy>
  <cp:revision>2</cp:revision>
  <dcterms:modified xsi:type="dcterms:W3CDTF">2015-09-18T10:36:55Z</dcterms:modified>
</cp:coreProperties>
</file>